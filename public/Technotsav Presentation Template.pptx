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Lovelo" panose="020B0604020202020204" charset="0"/>
      <p:regular r:id="rId8"/>
    </p:embeddedFont>
    <p:embeddedFont>
      <p:font typeface="Tenor San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75758" y="-66353"/>
            <a:ext cx="3012242" cy="10419707"/>
          </a:xfrm>
          <a:custGeom>
            <a:avLst/>
            <a:gdLst/>
            <a:ahLst/>
            <a:cxnLst/>
            <a:rect l="l" t="t" r="r" b="b"/>
            <a:pathLst>
              <a:path w="3012242" h="10419707">
                <a:moveTo>
                  <a:pt x="0" y="0"/>
                </a:moveTo>
                <a:lnTo>
                  <a:pt x="3012242" y="0"/>
                </a:lnTo>
                <a:lnTo>
                  <a:pt x="3012242" y="10419706"/>
                </a:lnTo>
                <a:lnTo>
                  <a:pt x="0" y="1041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241" y="3957"/>
            <a:ext cx="1778918" cy="1496756"/>
          </a:xfrm>
          <a:custGeom>
            <a:avLst/>
            <a:gdLst/>
            <a:ahLst/>
            <a:cxnLst/>
            <a:rect l="l" t="t" r="r" b="b"/>
            <a:pathLst>
              <a:path w="1778918" h="1496756">
                <a:moveTo>
                  <a:pt x="0" y="0"/>
                </a:moveTo>
                <a:lnTo>
                  <a:pt x="1778918" y="0"/>
                </a:lnTo>
                <a:lnTo>
                  <a:pt x="1778918" y="1496756"/>
                </a:lnTo>
                <a:lnTo>
                  <a:pt x="0" y="1496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8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64994" y="211422"/>
            <a:ext cx="2727357" cy="1007558"/>
          </a:xfrm>
          <a:custGeom>
            <a:avLst/>
            <a:gdLst/>
            <a:ahLst/>
            <a:cxnLst/>
            <a:rect l="l" t="t" r="r" b="b"/>
            <a:pathLst>
              <a:path w="2727357" h="1007558">
                <a:moveTo>
                  <a:pt x="0" y="0"/>
                </a:moveTo>
                <a:lnTo>
                  <a:pt x="2727357" y="0"/>
                </a:lnTo>
                <a:lnTo>
                  <a:pt x="2727357" y="1007559"/>
                </a:lnTo>
                <a:lnTo>
                  <a:pt x="0" y="1007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80694" y="285690"/>
            <a:ext cx="2694124" cy="933290"/>
          </a:xfrm>
          <a:custGeom>
            <a:avLst/>
            <a:gdLst/>
            <a:ahLst/>
            <a:cxnLst/>
            <a:rect l="l" t="t" r="r" b="b"/>
            <a:pathLst>
              <a:path w="2694124" h="933290">
                <a:moveTo>
                  <a:pt x="0" y="0"/>
                </a:moveTo>
                <a:lnTo>
                  <a:pt x="2694124" y="0"/>
                </a:lnTo>
                <a:lnTo>
                  <a:pt x="2694124" y="933291"/>
                </a:lnTo>
                <a:lnTo>
                  <a:pt x="0" y="933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5568" b="-9310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44826" y="-66353"/>
            <a:ext cx="1521426" cy="1563109"/>
          </a:xfrm>
          <a:custGeom>
            <a:avLst/>
            <a:gdLst/>
            <a:ahLst/>
            <a:cxnLst/>
            <a:rect l="l" t="t" r="r" b="b"/>
            <a:pathLst>
              <a:path w="1521426" h="1563109">
                <a:moveTo>
                  <a:pt x="0" y="0"/>
                </a:moveTo>
                <a:lnTo>
                  <a:pt x="1521426" y="0"/>
                </a:lnTo>
                <a:lnTo>
                  <a:pt x="1521426" y="1563109"/>
                </a:lnTo>
                <a:lnTo>
                  <a:pt x="0" y="15631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627554"/>
            <a:ext cx="12784640" cy="240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9"/>
              </a:lnSpc>
            </a:pPr>
            <a:r>
              <a:rPr lang="en-US" sz="14064">
                <a:solidFill>
                  <a:srgbClr val="3C7F72"/>
                </a:solidFill>
                <a:latin typeface="Lovelo"/>
                <a:ea typeface="Lovelo"/>
                <a:cs typeface="Lovelo"/>
                <a:sym typeface="Lovelo"/>
              </a:rPr>
              <a:t>Project 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113473"/>
            <a:ext cx="1562100" cy="502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Domain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10260"/>
            <a:ext cx="2400300" cy="502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Team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138910"/>
            <a:ext cx="280098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Team Member - 01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513560"/>
            <a:ext cx="287242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Team Member - 02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88210"/>
            <a:ext cx="288194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Team Member - 03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9262860"/>
            <a:ext cx="28733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92800"/>
                </a:solidFill>
                <a:latin typeface="Tenor Sans"/>
                <a:ea typeface="Tenor Sans"/>
                <a:cs typeface="Tenor Sans"/>
                <a:sym typeface="Tenor Sans"/>
              </a:rPr>
              <a:t>Team Member - 04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B0B874-6E2F-A3D6-E929-C85839E607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6985" y="482652"/>
            <a:ext cx="3385399" cy="684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8419" y="596854"/>
            <a:ext cx="8005396" cy="3086100"/>
            <a:chOff x="0" y="0"/>
            <a:chExt cx="210841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8417" cy="812800"/>
            </a:xfrm>
            <a:custGeom>
              <a:avLst/>
              <a:gdLst/>
              <a:ahLst/>
              <a:cxnLst/>
              <a:rect l="l" t="t" r="r" b="b"/>
              <a:pathLst>
                <a:path w="2108417" h="812800">
                  <a:moveTo>
                    <a:pt x="0" y="0"/>
                  </a:moveTo>
                  <a:lnTo>
                    <a:pt x="2108417" y="0"/>
                  </a:lnTo>
                  <a:lnTo>
                    <a:pt x="210841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7F7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08417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18419" y="1676400"/>
            <a:ext cx="6740881" cy="1069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96"/>
              </a:lnSpc>
            </a:pPr>
            <a:r>
              <a:rPr lang="en-US" sz="7996" dirty="0">
                <a:solidFill>
                  <a:srgbClr val="FDF9ED"/>
                </a:solidFill>
                <a:latin typeface="Lovelo"/>
                <a:ea typeface="Lovelo"/>
                <a:cs typeface="Lovelo"/>
                <a:sym typeface="Lovelo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4620522"/>
            <a:ext cx="12215369" cy="105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67"/>
              </a:lnSpc>
            </a:pPr>
            <a:r>
              <a:rPr lang="en-US" sz="3000" dirty="0">
                <a:solidFill>
                  <a:srgbClr val="FF0000"/>
                </a:solidFill>
                <a:latin typeface="Tenor Sans" panose="020B0604020202020204" charset="0"/>
              </a:rPr>
              <a:t>Briefly explain the problem being addressed, why it matters, and who is affected.</a:t>
            </a:r>
            <a:endParaRPr lang="en-US" sz="3000" dirty="0">
              <a:solidFill>
                <a:srgbClr val="FF0000"/>
              </a:solidFill>
              <a:latin typeface="Tenor Sans" panose="020B0604020202020204" charset="0"/>
              <a:ea typeface="Tenor Sans"/>
              <a:cs typeface="Tenor Sans"/>
              <a:sym typeface="Tenor Sans"/>
            </a:endParaRPr>
          </a:p>
        </p:txBody>
      </p:sp>
      <p:sp>
        <p:nvSpPr>
          <p:cNvPr id="8" name="Freeform 8"/>
          <p:cNvSpPr/>
          <p:nvPr/>
        </p:nvSpPr>
        <p:spPr>
          <a:xfrm rot="-5400000">
            <a:off x="3223269" y="-3612196"/>
            <a:ext cx="3086100" cy="11504199"/>
          </a:xfrm>
          <a:custGeom>
            <a:avLst/>
            <a:gdLst/>
            <a:ahLst/>
            <a:cxnLst/>
            <a:rect l="l" t="t" r="r" b="b"/>
            <a:pathLst>
              <a:path w="3086100" h="11504199">
                <a:moveTo>
                  <a:pt x="0" y="0"/>
                </a:moveTo>
                <a:lnTo>
                  <a:pt x="3086100" y="0"/>
                </a:lnTo>
                <a:lnTo>
                  <a:pt x="3086100" y="11504199"/>
                </a:lnTo>
                <a:lnTo>
                  <a:pt x="0" y="1150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2" r="-3882"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2632AD-0937-CC4B-3564-482E12A0DC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33594" y="9794891"/>
            <a:ext cx="2020812" cy="408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073830" cy="10287000"/>
            <a:chOff x="0" y="0"/>
            <a:chExt cx="54619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6194" cy="2709333"/>
            </a:xfrm>
            <a:custGeom>
              <a:avLst/>
              <a:gdLst/>
              <a:ahLst/>
              <a:cxnLst/>
              <a:rect l="l" t="t" r="r" b="b"/>
              <a:pathLst>
                <a:path w="546194" h="2709333">
                  <a:moveTo>
                    <a:pt x="0" y="0"/>
                  </a:moveTo>
                  <a:lnTo>
                    <a:pt x="546194" y="0"/>
                  </a:lnTo>
                  <a:lnTo>
                    <a:pt x="5461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34A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461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31203" y="1073090"/>
            <a:ext cx="10920622" cy="137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4"/>
              </a:lnSpc>
              <a:spcBef>
                <a:spcPct val="0"/>
              </a:spcBef>
            </a:pPr>
            <a:r>
              <a:rPr lang="en-US" sz="7996" dirty="0">
                <a:solidFill>
                  <a:srgbClr val="3C7F72"/>
                </a:solidFill>
                <a:latin typeface="Lovelo"/>
                <a:ea typeface="Lovelo"/>
                <a:cs typeface="Lovelo"/>
                <a:sym typeface="Lovelo"/>
              </a:rPr>
              <a:t>PROPOSED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8997" y="3067821"/>
            <a:ext cx="9642219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57"/>
              </a:lnSpc>
              <a:spcBef>
                <a:spcPct val="0"/>
              </a:spcBef>
            </a:pPr>
            <a:r>
              <a:rPr lang="en-US" sz="3000" dirty="0">
                <a:solidFill>
                  <a:srgbClr val="FF0000"/>
                </a:solidFill>
                <a:latin typeface="Tenor Sans" panose="020B0604020202020204" charset="0"/>
              </a:rPr>
              <a:t>Describe your approach to solving the problem, including key features or system overview.</a:t>
            </a:r>
            <a:endParaRPr lang="en-US" sz="3000" dirty="0">
              <a:solidFill>
                <a:srgbClr val="FF0000"/>
              </a:solidFill>
              <a:latin typeface="Tenor Sans" panose="020B0604020202020204" charset="0"/>
              <a:ea typeface="Tenor Sans"/>
              <a:cs typeface="Tenor Sans"/>
              <a:sym typeface="Tenor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394388" y="397570"/>
            <a:ext cx="8730552" cy="2891006"/>
          </a:xfrm>
          <a:custGeom>
            <a:avLst/>
            <a:gdLst/>
            <a:ahLst/>
            <a:cxnLst/>
            <a:rect l="l" t="t" r="r" b="b"/>
            <a:pathLst>
              <a:path w="8730552" h="2891006">
                <a:moveTo>
                  <a:pt x="0" y="0"/>
                </a:moveTo>
                <a:lnTo>
                  <a:pt x="8730552" y="0"/>
                </a:lnTo>
                <a:lnTo>
                  <a:pt x="8730552" y="2891007"/>
                </a:lnTo>
                <a:lnTo>
                  <a:pt x="0" y="2891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1EBE4-3543-5051-90E8-E61ACDCF03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33594" y="9794891"/>
            <a:ext cx="2020812" cy="408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2518"/>
            <a:ext cx="4032696" cy="13949578"/>
          </a:xfrm>
          <a:custGeom>
            <a:avLst/>
            <a:gdLst/>
            <a:ahLst/>
            <a:cxnLst/>
            <a:rect l="l" t="t" r="r" b="b"/>
            <a:pathLst>
              <a:path w="4032696" h="13949578">
                <a:moveTo>
                  <a:pt x="0" y="0"/>
                </a:moveTo>
                <a:lnTo>
                  <a:pt x="4032696" y="0"/>
                </a:lnTo>
                <a:lnTo>
                  <a:pt x="4032696" y="13949578"/>
                </a:lnTo>
                <a:lnTo>
                  <a:pt x="0" y="13949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6800" y="800100"/>
            <a:ext cx="8184509" cy="231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6"/>
              </a:lnSpc>
              <a:spcBef>
                <a:spcPct val="0"/>
              </a:spcBef>
            </a:pPr>
            <a:r>
              <a:rPr lang="en-US" sz="8000" dirty="0">
                <a:solidFill>
                  <a:srgbClr val="3C7F72"/>
                </a:solidFill>
                <a:latin typeface="Lovelo"/>
                <a:ea typeface="Lovelo"/>
                <a:cs typeface="Lovelo"/>
                <a:sym typeface="Lovelo"/>
              </a:rPr>
              <a:t>Unique selling proposition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76800" y="3619500"/>
            <a:ext cx="8423984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57"/>
              </a:lnSpc>
              <a:spcBef>
                <a:spcPct val="0"/>
              </a:spcBef>
            </a:pPr>
            <a:r>
              <a:rPr lang="en-US" sz="3000" dirty="0">
                <a:solidFill>
                  <a:srgbClr val="FF0000"/>
                </a:solidFill>
                <a:latin typeface="Tenor Sans" panose="020B0604020202020204" charset="0"/>
              </a:rPr>
              <a:t>Highlight what makes your solution different, innovative, or better than existing alternatives.</a:t>
            </a:r>
            <a:endParaRPr lang="en-US" sz="3000" dirty="0">
              <a:solidFill>
                <a:srgbClr val="FF0000"/>
              </a:solidFill>
              <a:latin typeface="Tenor Sans" panose="020B0604020202020204" charset="0"/>
              <a:ea typeface="Tenor Sans"/>
              <a:cs typeface="Tenor Sans"/>
              <a:sym typeface="Tenor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21DD0-3053-2459-B81C-C0DA6BCD30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33594" y="9794891"/>
            <a:ext cx="2020812" cy="4087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3596517" y="-2464859"/>
            <a:ext cx="2320847" cy="8028086"/>
          </a:xfrm>
          <a:custGeom>
            <a:avLst/>
            <a:gdLst/>
            <a:ahLst/>
            <a:cxnLst/>
            <a:rect l="l" t="t" r="r" b="b"/>
            <a:pathLst>
              <a:path w="2320847" h="8028086">
                <a:moveTo>
                  <a:pt x="0" y="0"/>
                </a:moveTo>
                <a:lnTo>
                  <a:pt x="2320847" y="0"/>
                </a:lnTo>
                <a:lnTo>
                  <a:pt x="2320847" y="8028086"/>
                </a:lnTo>
                <a:lnTo>
                  <a:pt x="0" y="8028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93460" y="388761"/>
            <a:ext cx="10936357" cy="2320847"/>
            <a:chOff x="0" y="0"/>
            <a:chExt cx="2880357" cy="611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80357" cy="611252"/>
            </a:xfrm>
            <a:custGeom>
              <a:avLst/>
              <a:gdLst/>
              <a:ahLst/>
              <a:cxnLst/>
              <a:rect l="l" t="t" r="r" b="b"/>
              <a:pathLst>
                <a:path w="2880357" h="611252">
                  <a:moveTo>
                    <a:pt x="0" y="0"/>
                  </a:moveTo>
                  <a:lnTo>
                    <a:pt x="2880357" y="0"/>
                  </a:lnTo>
                  <a:lnTo>
                    <a:pt x="2880357" y="611252"/>
                  </a:lnTo>
                  <a:lnTo>
                    <a:pt x="0" y="611252"/>
                  </a:lnTo>
                  <a:close/>
                </a:path>
              </a:pathLst>
            </a:custGeom>
            <a:solidFill>
              <a:srgbClr val="3C7F7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880357" cy="668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85825"/>
            <a:ext cx="971419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1"/>
              </a:lnSpc>
              <a:spcBef>
                <a:spcPct val="0"/>
              </a:spcBef>
            </a:pPr>
            <a:r>
              <a:rPr lang="en-US" sz="8000" dirty="0">
                <a:solidFill>
                  <a:srgbClr val="FDF9ED"/>
                </a:solidFill>
                <a:latin typeface="Lovelo"/>
                <a:ea typeface="Lovelo"/>
                <a:cs typeface="Lovelo"/>
                <a:sym typeface="Lovelo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634" y="3747930"/>
            <a:ext cx="15274820" cy="45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57"/>
              </a:lnSpc>
              <a:spcBef>
                <a:spcPct val="0"/>
              </a:spcBef>
            </a:pPr>
            <a:r>
              <a:rPr lang="en-US" sz="3000" dirty="0">
                <a:solidFill>
                  <a:srgbClr val="FF0000"/>
                </a:solidFill>
                <a:latin typeface="Tenor Sans" panose="020B0604020202020204" charset="0"/>
              </a:rPr>
              <a:t>Summarize the overall idea, impact, and potential future scope in a concise way.</a:t>
            </a:r>
            <a:endParaRPr lang="en-US" sz="3000" dirty="0">
              <a:solidFill>
                <a:srgbClr val="FF0000"/>
              </a:solidFill>
              <a:latin typeface="Tenor Sans" panose="020B0604020202020204" charset="0"/>
              <a:ea typeface="Tenor Sans"/>
              <a:cs typeface="Tenor Sans"/>
              <a:sym typeface="Tenor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4C2A26-4FAC-4604-BD68-2337883B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33594" y="9794891"/>
            <a:ext cx="2020812" cy="408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370406" y="3733472"/>
            <a:ext cx="6529697" cy="6553528"/>
          </a:xfrm>
          <a:custGeom>
            <a:avLst/>
            <a:gdLst/>
            <a:ahLst/>
            <a:cxnLst/>
            <a:rect l="l" t="t" r="r" b="b"/>
            <a:pathLst>
              <a:path w="6529697" h="6553528">
                <a:moveTo>
                  <a:pt x="6529697" y="0"/>
                </a:moveTo>
                <a:lnTo>
                  <a:pt x="0" y="0"/>
                </a:lnTo>
                <a:lnTo>
                  <a:pt x="0" y="6553528"/>
                </a:lnTo>
                <a:lnTo>
                  <a:pt x="6529697" y="6553528"/>
                </a:lnTo>
                <a:lnTo>
                  <a:pt x="652969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72884" y="3455840"/>
            <a:ext cx="11643290" cy="6831160"/>
            <a:chOff x="0" y="0"/>
            <a:chExt cx="3066545" cy="17991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66545" cy="1799153"/>
            </a:xfrm>
            <a:custGeom>
              <a:avLst/>
              <a:gdLst/>
              <a:ahLst/>
              <a:cxnLst/>
              <a:rect l="l" t="t" r="r" b="b"/>
              <a:pathLst>
                <a:path w="3066545" h="1799153">
                  <a:moveTo>
                    <a:pt x="0" y="0"/>
                  </a:moveTo>
                  <a:lnTo>
                    <a:pt x="3066545" y="0"/>
                  </a:lnTo>
                  <a:lnTo>
                    <a:pt x="3066545" y="1799153"/>
                  </a:lnTo>
                  <a:lnTo>
                    <a:pt x="0" y="1799153"/>
                  </a:lnTo>
                  <a:close/>
                </a:path>
              </a:pathLst>
            </a:custGeom>
            <a:solidFill>
              <a:srgbClr val="9928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066545" cy="1856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66775"/>
            <a:ext cx="7353300" cy="1312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08"/>
              </a:lnSpc>
              <a:spcBef>
                <a:spcPct val="0"/>
              </a:spcBef>
            </a:pPr>
            <a:r>
              <a:rPr lang="en-US" sz="8000" dirty="0">
                <a:solidFill>
                  <a:srgbClr val="3C7F72"/>
                </a:solidFill>
                <a:latin typeface="Lovelo"/>
                <a:ea typeface="Lovelo"/>
                <a:cs typeface="Lovelo"/>
                <a:sym typeface="Lovelo"/>
              </a:rPr>
              <a:t>INSTRUCTIONS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99304"/>
            <a:ext cx="9688245" cy="642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760" lvl="1" indent="-321380" algn="l">
              <a:lnSpc>
                <a:spcPts val="4167"/>
              </a:lnSpc>
              <a:buFont typeface="Arial"/>
              <a:buChar char="•"/>
            </a:pPr>
            <a:r>
              <a:rPr lang="en-US" sz="3000" dirty="0">
                <a:solidFill>
                  <a:srgbClr val="FDF9ED"/>
                </a:solidFill>
                <a:latin typeface="Tenor Sans"/>
                <a:ea typeface="Tenor Sans"/>
                <a:cs typeface="Tenor Sans"/>
                <a:sym typeface="Tenor Sans"/>
              </a:rPr>
              <a:t>Limit the presentation to a maximum of 6 slides (this slide may be removed and reused if required)</a:t>
            </a:r>
          </a:p>
          <a:p>
            <a:pPr marL="642760" lvl="1" indent="-321380" algn="l">
              <a:lnSpc>
                <a:spcPts val="4167"/>
              </a:lnSpc>
              <a:buFont typeface="Arial"/>
              <a:buChar char="•"/>
            </a:pPr>
            <a:r>
              <a:rPr lang="en-US" sz="3000" dirty="0">
                <a:solidFill>
                  <a:srgbClr val="FDF9ED"/>
                </a:solidFill>
                <a:latin typeface="Tenor Sans"/>
                <a:ea typeface="Tenor Sans"/>
                <a:cs typeface="Tenor Sans"/>
                <a:sym typeface="Tenor Sans"/>
              </a:rPr>
              <a:t>Replace all placeholder text and content in every slide</a:t>
            </a:r>
          </a:p>
          <a:p>
            <a:pPr marL="642760" lvl="1" indent="-321380" algn="l">
              <a:lnSpc>
                <a:spcPts val="4167"/>
              </a:lnSpc>
              <a:buFont typeface="Arial"/>
              <a:buChar char="•"/>
            </a:pPr>
            <a:r>
              <a:rPr lang="en-US" sz="3000" dirty="0">
                <a:solidFill>
                  <a:srgbClr val="FDF9ED"/>
                </a:solidFill>
                <a:latin typeface="Tenor Sans"/>
                <a:ea typeface="Tenor Sans"/>
                <a:cs typeface="Tenor Sans"/>
                <a:sym typeface="Tenor Sans"/>
              </a:rPr>
              <a:t>Maintain consistent font size and justified alignment throughout</a:t>
            </a:r>
          </a:p>
          <a:p>
            <a:pPr marL="642760" lvl="1" indent="-321380" algn="l">
              <a:lnSpc>
                <a:spcPts val="4167"/>
              </a:lnSpc>
              <a:buFont typeface="Arial"/>
              <a:buChar char="•"/>
            </a:pPr>
            <a:r>
              <a:rPr lang="en-US" sz="3000" dirty="0">
                <a:solidFill>
                  <a:srgbClr val="FDF9ED"/>
                </a:solidFill>
                <a:latin typeface="Tenor Sans"/>
                <a:ea typeface="Tenor Sans"/>
                <a:cs typeface="Tenor Sans"/>
                <a:sym typeface="Tenor Sans"/>
              </a:rPr>
              <a:t>Include relevant visuals (diagrams, flowcharts, UI, etc.) to support content</a:t>
            </a:r>
          </a:p>
          <a:p>
            <a:pPr marL="642760" lvl="1" indent="-321380" algn="l">
              <a:lnSpc>
                <a:spcPts val="4167"/>
              </a:lnSpc>
              <a:buFont typeface="Arial"/>
              <a:buChar char="•"/>
            </a:pPr>
            <a:r>
              <a:rPr lang="en-US" sz="3000" dirty="0">
                <a:solidFill>
                  <a:srgbClr val="FDF9ED"/>
                </a:solidFill>
                <a:latin typeface="Tenor Sans"/>
                <a:ea typeface="Tenor Sans"/>
                <a:cs typeface="Tenor Sans"/>
                <a:sym typeface="Tenor Sans"/>
              </a:rPr>
              <a:t>Font style may be changed if needed, but ensure overall consistency</a:t>
            </a:r>
          </a:p>
          <a:p>
            <a:pPr algn="l">
              <a:lnSpc>
                <a:spcPts val="4167"/>
              </a:lnSpc>
            </a:pPr>
            <a:endParaRPr lang="en-US" sz="3000" dirty="0">
              <a:solidFill>
                <a:srgbClr val="FDF9ED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155</Words>
  <Application>Microsoft Office PowerPoint</Application>
  <PresentationFormat>Custom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Lovelo</vt:lpstr>
      <vt:lpstr>Arial</vt:lpstr>
      <vt:lpstr>Calibri</vt:lpstr>
      <vt:lpstr>Tenor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Technotsav Presentation Template</dc:title>
  <cp:lastModifiedBy>Ayush Thanthri</cp:lastModifiedBy>
  <cp:revision>4</cp:revision>
  <dcterms:created xsi:type="dcterms:W3CDTF">2006-08-16T00:00:00Z</dcterms:created>
  <dcterms:modified xsi:type="dcterms:W3CDTF">2026-03-25T14:46:05Z</dcterms:modified>
  <dc:identifier>DAHEjtejlnM</dc:identifier>
</cp:coreProperties>
</file>